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840480" cy="514350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280160" cy="1280160"/>
          </a:xfrm>
          <a:prstGeom prst="ellipse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49808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D0D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280160" cy="292608"/>
          </a:xfrm>
          <a:prstGeom prst="rect">
            <a:avLst/>
          </a:prstGeom>
          <a:solidFill>
            <a:srgbClr val="3A2E14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D4A84B"/>
                </a:solidFill>
              </a:rPr>
              <a:t>PORTFOLIO PROJECT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WikiResearch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4564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Wikipedia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  ·  2024  ·  Portfolio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8229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i="1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"Research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i="1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Anything."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206240" y="2651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Wikipedia research tool built with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JS. Ask any question — get structured,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answers from Wikipedia's public API.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0" y="3749040"/>
            <a:ext cx="1051560" cy="347472"/>
          </a:xfrm>
          <a:prstGeom prst="rect">
            <a:avLst/>
          </a:prstGeom>
          <a:solidFill>
            <a:srgbClr val="3A2E14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37490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Backend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3749040"/>
            <a:ext cx="1051560" cy="347472"/>
          </a:xfrm>
          <a:prstGeom prst="rect">
            <a:avLst/>
          </a:prstGeom>
          <a:solidFill>
            <a:srgbClr val="3A2E14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37490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API Keys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3749040"/>
            <a:ext cx="1051560" cy="347472"/>
          </a:xfrm>
          <a:prstGeom prst="rect">
            <a:avLst/>
          </a:prstGeom>
          <a:solidFill>
            <a:srgbClr val="3A2E14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7490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Deps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4297680"/>
            <a:ext cx="1078992" cy="292608"/>
          </a:xfrm>
          <a:prstGeom prst="rect">
            <a:avLst/>
          </a:prstGeom>
          <a:solidFill>
            <a:srgbClr val="1E1E2A"/>
          </a:solidFill>
          <a:ln w="12700">
            <a:solidFill>
              <a:srgbClr val="6A68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429768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76672" y="4297680"/>
            <a:ext cx="1078992" cy="292608"/>
          </a:xfrm>
          <a:prstGeom prst="rect">
            <a:avLst/>
          </a:prstGeom>
          <a:solidFill>
            <a:srgbClr val="1E1E2A"/>
          </a:solidFill>
          <a:ln w="12700">
            <a:solidFill>
              <a:srgbClr val="6A68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429768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47104" y="4297680"/>
            <a:ext cx="1078992" cy="292608"/>
          </a:xfrm>
          <a:prstGeom prst="rect">
            <a:avLst/>
          </a:prstGeom>
          <a:solidFill>
            <a:srgbClr val="1E1E2A"/>
          </a:solidFill>
          <a:ln w="12700">
            <a:solidFill>
              <a:srgbClr val="6A68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429768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17536" y="4297680"/>
            <a:ext cx="1078992" cy="292608"/>
          </a:xfrm>
          <a:prstGeom prst="rect">
            <a:avLst/>
          </a:prstGeom>
          <a:solidFill>
            <a:srgbClr val="1E1E2A"/>
          </a:solidFill>
          <a:ln w="12700">
            <a:solidFill>
              <a:srgbClr val="6A68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17536" y="429768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API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8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WikiResearch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749040" cy="3383280"/>
          </a:xfrm>
          <a:prstGeom prst="rect">
            <a:avLst/>
          </a:prstGeom>
          <a:solidFill>
            <a:srgbClr val="16161E"/>
          </a:solidFill>
          <a:ln w="12700">
            <a:solidFill>
              <a:srgbClr val="6A68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74904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is a goldmine of knowledge — but finding specific answers requires navigating through complex, lengthy articles.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search by question, save results, or explore related topics in one interface.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often build 'research tools' that require backends, databases, or paid APIs.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4114800" cy="3383280"/>
          </a:xfrm>
          <a:prstGeom prst="rect">
            <a:avLst/>
          </a:prstGeom>
          <a:solidFill>
            <a:srgbClr val="16161E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 — ask full questions, not just keywords.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pulled directly from Wikipedia's free REST API.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frontend: no backend, no API key, no build step. Just open and use.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articles, track history, and explore related topics — all in one elegant UI.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0" y="2331720"/>
            <a:ext cx="457200" cy="457200"/>
          </a:xfrm>
          <a:prstGeom prst="ellipse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8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WikiResearch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43000"/>
            <a:ext cx="2743200" cy="16916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43000"/>
            <a:ext cx="54864" cy="169164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716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2064" y="189280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full questions. Get smart answers from Wikipedia instantly — no keyword hunting.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10128" y="1143000"/>
            <a:ext cx="2743200" cy="16916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10128" y="1143000"/>
            <a:ext cx="54864" cy="169164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37160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68496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Bookmark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74720" y="189280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articles to a persistent list. Revisit your research at any time.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72784" y="1143000"/>
            <a:ext cx="2743200" cy="16916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72784" y="1143000"/>
            <a:ext cx="54864" cy="169164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3716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31152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Search History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37376" y="189280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stored locally. Click any past search to re-run it instantly.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47472" y="3017520"/>
            <a:ext cx="2743200" cy="16916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47472" y="3017520"/>
            <a:ext cx="54864" cy="169164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24612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API Fallback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12064" y="376732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first; MediaWiki Extracts as fallback. Results always load, never blank.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310128" y="3017520"/>
            <a:ext cx="2743200" cy="16916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310128" y="3017520"/>
            <a:ext cx="54864" cy="169164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246120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68496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Error Handling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474720" y="376732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messages for every scenario: no results, network issues, file:// CORS.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272784" y="3017520"/>
            <a:ext cx="2743200" cy="16916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72784" y="3017520"/>
            <a:ext cx="54864" cy="169164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3246120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31152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437376" y="376732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from 1440px desktop to 375px mobile. Works on every modern browser.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8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WikiResearch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51760" cy="2926080"/>
          </a:xfrm>
          <a:prstGeom prst="rect">
            <a:avLst/>
          </a:prstGeom>
          <a:solidFill>
            <a:srgbClr val="16161E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2651760" cy="40233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0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WikipediaService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2377440" cy="32918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212140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search(query)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2377440" cy="32918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253288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getSummary(title)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44368"/>
            <a:ext cx="2377440" cy="32918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294436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getRelated(title)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2377440" cy="32918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335584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research(query)  ← orchestrator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54680" y="1143000"/>
            <a:ext cx="2651760" cy="2926080"/>
          </a:xfrm>
          <a:prstGeom prst="rect">
            <a:avLst/>
          </a:prstGeom>
          <a:solidFill>
            <a:srgbClr val="16161E"/>
          </a:solidFill>
          <a:ln w="12700">
            <a:solidFill>
              <a:srgbClr val="6EB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1143000"/>
            <a:ext cx="2651760" cy="402336"/>
          </a:xfrm>
          <a:prstGeom prst="rect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1430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0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1664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StorageService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2121408"/>
            <a:ext cx="2377440" cy="32918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212140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getHistory() / addToHistory()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2532888"/>
            <a:ext cx="2377440" cy="32918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253288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getSaved() / saveArticle()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2944368"/>
            <a:ext cx="2377440" cy="32918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294436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removeFromSaved(title)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3355848"/>
            <a:ext cx="2377440" cy="32918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74136" y="335584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isSaved(title)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89320" y="1143000"/>
            <a:ext cx="2651760" cy="2926080"/>
          </a:xfrm>
          <a:prstGeom prst="rect">
            <a:avLst/>
          </a:prstGeom>
          <a:solidFill>
            <a:srgbClr val="16161E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1143000"/>
            <a:ext cx="2651760" cy="402336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1430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0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LAYER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1664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UIController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26480" y="2121408"/>
            <a:ext cx="2377440" cy="32918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08776" y="212140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init() / showState()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2532888"/>
            <a:ext cx="2377440" cy="32918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08776" y="253288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renderResult(result)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26480" y="2944368"/>
            <a:ext cx="2377440" cy="32918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294436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renderSections(extract)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3355848"/>
            <a:ext cx="2377440" cy="32918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08776" y="335584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updateStats()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71800" y="2578608"/>
            <a:ext cx="91440" cy="54864"/>
          </a:xfrm>
          <a:prstGeom prst="rect">
            <a:avLst/>
          </a:prstGeom>
          <a:solidFill>
            <a:srgbClr val="6A6875"/>
          </a:solidFill>
          <a:ln w="12700">
            <a:solidFill>
              <a:srgbClr val="6A68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98648" y="24688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806440" y="2578608"/>
            <a:ext cx="91440" cy="54864"/>
          </a:xfrm>
          <a:prstGeom prst="rect">
            <a:avLst/>
          </a:prstGeom>
          <a:solidFill>
            <a:srgbClr val="6A6875"/>
          </a:solidFill>
          <a:ln w="12700">
            <a:solidFill>
              <a:srgbClr val="6A68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33288" y="24688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20040" y="4206240"/>
            <a:ext cx="8503920" cy="658368"/>
          </a:xfrm>
          <a:prstGeom prst="rect">
            <a:avLst/>
          </a:prstGeom>
          <a:solidFill>
            <a:srgbClr val="1A1200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20624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Wikipedia Public APIs (Free · No Auth · CORS Enabled)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577840" y="42062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v1  ·  MediaWiki Action API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0" y="4005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HTTPS + CORS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DATA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8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WikiResearch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25296"/>
            <a:ext cx="502920" cy="502920"/>
          </a:xfrm>
          <a:prstGeom prst="ellipse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" y="1728216"/>
            <a:ext cx="54864" cy="256032"/>
          </a:xfrm>
          <a:prstGeom prst="rect">
            <a:avLst/>
          </a:prstGeom>
          <a:solidFill>
            <a:srgbClr val="6A6875"/>
          </a:solidFill>
          <a:ln w="12700">
            <a:solidFill>
              <a:srgbClr val="6A68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170432"/>
            <a:ext cx="7818120" cy="612648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170432"/>
            <a:ext cx="45720" cy="612648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1170432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1170432"/>
            <a:ext cx="5669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"How does CRISPR work?" and presses Enter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975104"/>
            <a:ext cx="502920" cy="502920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975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" y="2478024"/>
            <a:ext cx="54864" cy="256032"/>
          </a:xfrm>
          <a:prstGeom prst="rect">
            <a:avLst/>
          </a:prstGeom>
          <a:solidFill>
            <a:srgbClr val="6A6875"/>
          </a:solidFill>
          <a:ln w="12700">
            <a:solidFill>
              <a:srgbClr val="6A68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920240"/>
            <a:ext cx="7818120" cy="612648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1920240"/>
            <a:ext cx="45720" cy="612648"/>
          </a:xfrm>
          <a:prstGeom prst="rect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1920240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Wikipedia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1920240"/>
            <a:ext cx="5669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search(query) → GET /w/api.php?list=search → Top 5 candidates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24912"/>
            <a:ext cx="502920" cy="502920"/>
          </a:xfrm>
          <a:prstGeom prst="ellipse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" y="3227832"/>
            <a:ext cx="54864" cy="256032"/>
          </a:xfrm>
          <a:prstGeom prst="rect">
            <a:avLst/>
          </a:prstGeom>
          <a:solidFill>
            <a:srgbClr val="6A6875"/>
          </a:solidFill>
          <a:ln w="12700">
            <a:solidFill>
              <a:srgbClr val="6A68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2670048"/>
            <a:ext cx="7818120" cy="612648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2670048"/>
            <a:ext cx="45720" cy="612648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2670048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Summary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17520" y="2670048"/>
            <a:ext cx="5669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getSummary(title) → REST API primary → MediaWiki fallback if needed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474720"/>
            <a:ext cx="502920" cy="502920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9496" y="3977640"/>
            <a:ext cx="54864" cy="256032"/>
          </a:xfrm>
          <a:prstGeom prst="rect">
            <a:avLst/>
          </a:prstGeom>
          <a:solidFill>
            <a:srgbClr val="6A6875"/>
          </a:solidFill>
          <a:ln w="12700">
            <a:solidFill>
              <a:srgbClr val="6A68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3419856"/>
            <a:ext cx="7818120" cy="612648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3419856"/>
            <a:ext cx="45720" cy="612648"/>
          </a:xfrm>
          <a:prstGeom prst="rect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3419856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Related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17520" y="3419856"/>
            <a:ext cx="5669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getRelated(title) → linked articles → fills Related Topics chips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224528"/>
            <a:ext cx="502920" cy="50292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05840" y="4169664"/>
            <a:ext cx="7818120" cy="612648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4169664"/>
            <a:ext cx="45720" cy="612648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70432" y="4169664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 &amp; Render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17520" y="4169664"/>
            <a:ext cx="5669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addToHistory() → localStorage · UIController.renderResult() → screen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API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8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WikiResearch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37490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4023360" cy="402336"/>
          </a:xfrm>
          <a:prstGeom prst="rect">
            <a:avLst/>
          </a:prstGeom>
          <a:solidFill>
            <a:srgbClr val="1E1E2A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54480" y="1600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1600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accessible markup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4023360" cy="402336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574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4480" y="20574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20574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props · Grid · Flexbox · Animations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4023360" cy="402336"/>
          </a:xfrm>
          <a:prstGeom prst="rect">
            <a:avLst/>
          </a:prstGeom>
          <a:solidFill>
            <a:srgbClr val="1E1E2A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146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54480" y="25146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(ES2020)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25146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frameworks · async/await · IIFE modules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4023360" cy="402336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718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54480" y="29718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29718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Display · IBM Plex Mono · Source Serif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4023360" cy="402336"/>
          </a:xfrm>
          <a:prstGeom prst="rect">
            <a:avLst/>
          </a:prstGeom>
          <a:solidFill>
            <a:srgbClr val="1E1E2A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290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54480" y="34290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REST API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34290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No auth · CORS-enabled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4023360" cy="402336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862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554480" y="3886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0" y="3886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persistence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4343400"/>
            <a:ext cx="4023360" cy="402336"/>
          </a:xfrm>
          <a:prstGeom prst="rect">
            <a:avLst/>
          </a:prstGeom>
          <a:solidFill>
            <a:srgbClr val="1E1E2A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3434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554480" y="43434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26080" y="43434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— it just works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9160" y="1097280"/>
            <a:ext cx="4114800" cy="3749040"/>
          </a:xfrm>
          <a:prstGeom prst="rect">
            <a:avLst/>
          </a:prstGeom>
          <a:solidFill>
            <a:srgbClr val="16161E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1097280"/>
            <a:ext cx="4114800" cy="402336"/>
          </a:xfrm>
          <a:prstGeom prst="rect">
            <a:avLst/>
          </a:prstGeom>
          <a:solidFill>
            <a:srgbClr val="3A2E14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10972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API ENDPOINTS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1664208"/>
            <a:ext cx="3886200" cy="69494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1664208"/>
            <a:ext cx="45720" cy="694944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1700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Articles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937760" y="1956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/w/api.php?action=query&amp;list=search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37760" y="21579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top 5 matching article titles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00600" y="2441448"/>
            <a:ext cx="3886200" cy="69494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2441448"/>
            <a:ext cx="45720" cy="694944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2478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Summary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937760" y="27340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/api/rest_v1/page/summary/{title}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37760" y="29352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· Thumbnail · URL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00600" y="3218688"/>
            <a:ext cx="3886200" cy="69494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3218688"/>
            <a:ext cx="45720" cy="694944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3255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Extract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937760" y="35112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/w/api.php?action=query&amp;prop=extracts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37760" y="37124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redirects · Always works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00600" y="3995928"/>
            <a:ext cx="3886200" cy="694944"/>
          </a:xfrm>
          <a:prstGeom prst="rect">
            <a:avLst/>
          </a:prstGeom>
          <a:solidFill>
            <a:srgbClr val="1E1E2A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00600" y="3995928"/>
            <a:ext cx="45720" cy="694944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032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Topics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937760" y="42885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/w/api.php?action=query&amp;prop=links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37760" y="44897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linked articles returned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8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WikiResearch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931920" cy="37490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wikipedia-research-assistant/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19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 README.md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 src/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350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🌐  index.html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615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🎨  styles.css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⚡  app.js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145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 docs/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410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📄  ARCHITECTURE.md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675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📄  API_REFERENCE.md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941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📄  SETUP.md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 tests/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471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📄  test_plan.md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34840" y="1097280"/>
            <a:ext cx="4389120" cy="530352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1097280"/>
            <a:ext cx="45720" cy="530352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133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13533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shell: sidebar, 3-tab panels, all UI states (loading, error, empty, results)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34840" y="1700784"/>
            <a:ext cx="4389120" cy="530352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1700784"/>
            <a:ext cx="45720" cy="530352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7373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19568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360-line stylesheet: editorial dark theme, animations, responsive breakpoints, CSS custom properties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34840" y="2304288"/>
            <a:ext cx="4389120" cy="530352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2304288"/>
            <a:ext cx="45720" cy="530352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23408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25603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~510 lines: WikipediaService + StorageService + UIController — 3-layer IIFE architecture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34840" y="2907792"/>
            <a:ext cx="4389120" cy="530352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2907792"/>
            <a:ext cx="45720" cy="530352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29443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0" y="31638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729-line comprehensive README: architecture, file descriptions, API details, testing guide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34840" y="3511296"/>
            <a:ext cx="4389120" cy="530352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34840" y="3511296"/>
            <a:ext cx="45720" cy="530352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3547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0" y="37673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technical docs: ARCHITECTURE.md · API_REFERENCE.md · SETUP.md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34840" y="4114800"/>
            <a:ext cx="4389120" cy="530352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4114800"/>
            <a:ext cx="45720" cy="530352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41513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0" y="43708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manual test cases + paste-and-run browser console smoke test script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ERROR HANDLING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8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WikiResearch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scenario handled gracefully — specific, actionable messages for each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6400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89888"/>
            <a:ext cx="54864" cy="640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Wikipedia Matches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19072"/>
            <a:ext cx="2194560" cy="219456"/>
          </a:xfrm>
          <a:prstGeom prst="rect">
            <a:avLst/>
          </a:prstGeom>
          <a:solidFill>
            <a:srgbClr val="1E1E2A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282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Error('NO_RESULTS')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34640" y="14356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Wikipedia articles found for '...'. Try rephrasing or use a broader term.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8503920" cy="6400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03120"/>
            <a:ext cx="54864" cy="640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579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Unreachable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432304"/>
            <a:ext cx="2194560" cy="219456"/>
          </a:xfrm>
          <a:prstGeom prst="rect">
            <a:avLst/>
          </a:prstGeom>
          <a:solidFill>
            <a:srgbClr val="1E1E2A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41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 instanceof TypeError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34640" y="214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Could not reach Wikipedia. This usually happens when opening via file:// — run via local server.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816352"/>
            <a:ext cx="8503920" cy="6400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16352"/>
            <a:ext cx="54864" cy="64008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712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/ 404 Title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145536"/>
            <a:ext cx="2194560" cy="219456"/>
          </a:xfrm>
          <a:prstGeom prst="rect">
            <a:avLst/>
          </a:prstGeom>
          <a:solidFill>
            <a:srgbClr val="1E1E2A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546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Caught in research() loop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834640" y="28620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Silent retry — tries up to 3 candidates automatically. User never sees this error.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529584"/>
            <a:ext cx="8503920" cy="6400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529584"/>
            <a:ext cx="54864" cy="64008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584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Candidates Fail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858768"/>
            <a:ext cx="2194560" cy="219456"/>
          </a:xfrm>
          <a:prstGeom prst="rect">
            <a:avLst/>
          </a:prstGeom>
          <a:solidFill>
            <a:srgbClr val="1E1E2A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679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Falls through to snippet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834640" y="357530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Uses search snippet as extract. Result always shows — never blank or empty.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4242816"/>
            <a:ext cx="8503920" cy="6400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242816"/>
            <a:ext cx="54864" cy="64008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97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getRelated() Fails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572000"/>
            <a:ext cx="2194560" cy="219456"/>
          </a:xfrm>
          <a:prstGeom prst="rect">
            <a:avLst/>
          </a:prstGeom>
          <a:solidFill>
            <a:srgbClr val="1E1E2A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5811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Silent catch in research()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834640" y="428853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Related section simply absent. Doesn't block or break the main result display.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8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WikiResearch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150876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2743200" cy="4572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423160" y="1280160"/>
            <a:ext cx="530352" cy="256032"/>
          </a:xfrm>
          <a:prstGeom prst="rect">
            <a:avLst/>
          </a:prstGeom>
          <a:solidFill>
            <a:srgbClr val="1E1E2A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28016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Wikipedia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842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domain to es/hi/fr Wikipedia. One-line config change.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743200" cy="150876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097280"/>
            <a:ext cx="2743200" cy="4572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303520" y="1280160"/>
            <a:ext cx="530352" cy="256032"/>
          </a:xfrm>
          <a:prstGeom prst="rect">
            <a:avLst/>
          </a:prstGeom>
          <a:solidFill>
            <a:srgbClr val="1E1E2A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28016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37560" y="1664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Search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9842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for microphone-based natural language queries.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097280"/>
            <a:ext cx="2743200" cy="150876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097280"/>
            <a:ext cx="2743200" cy="4572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183880" y="1280160"/>
            <a:ext cx="530352" cy="256032"/>
          </a:xfrm>
          <a:prstGeom prst="rect">
            <a:avLst/>
          </a:prstGeom>
          <a:solidFill>
            <a:srgbClr val="1E1E2A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128016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0" y="1664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19842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integration to export saved articles as formatted PDFs.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834640"/>
            <a:ext cx="2743200" cy="150876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834640"/>
            <a:ext cx="27432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423160" y="3017520"/>
            <a:ext cx="530352" cy="256032"/>
          </a:xfrm>
          <a:prstGeom prst="rect">
            <a:avLst/>
          </a:prstGeom>
          <a:solidFill>
            <a:srgbClr val="1E1E2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301752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401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Summarizer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7216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OpenAI API to rephrase, condense, or explain extracts.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0" y="2834640"/>
            <a:ext cx="2743200" cy="150876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2834640"/>
            <a:ext cx="27432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303520" y="3017520"/>
            <a:ext cx="530352" cy="256032"/>
          </a:xfrm>
          <a:prstGeom prst="rect">
            <a:avLst/>
          </a:prstGeom>
          <a:solidFill>
            <a:srgbClr val="1E1E2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301752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37560" y="3401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37560" y="37216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+ Cache API to read saved articles without internet.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80760" y="2834640"/>
            <a:ext cx="2743200" cy="150876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80760" y="2834640"/>
            <a:ext cx="2743200" cy="4572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8183880" y="3017520"/>
            <a:ext cx="530352" cy="256032"/>
          </a:xfrm>
          <a:prstGeom prst="rect">
            <a:avLst/>
          </a:prstGeom>
          <a:solidFill>
            <a:srgbClr val="1E1E2A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83880" y="301752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17920" y="3401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/ Folders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17920" y="37216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saved articles into named, color-coded research folders.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840480" cy="514350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0080"/>
            <a:ext cx="1463040" cy="1463040"/>
          </a:xfrm>
          <a:prstGeom prst="ellipse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8368"/>
            <a:ext cx="1463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D0D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WikiResearch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Wikipedia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Vijay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0599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B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github.com/yourusername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3159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B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linkedin.com/in/yourusername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at a Glance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06240" y="1463040"/>
            <a:ext cx="2194560" cy="8686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463040"/>
            <a:ext cx="219456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5179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06240" y="19385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Modules (IIFE pattern)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1463040"/>
            <a:ext cx="2194560" cy="8686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1463040"/>
            <a:ext cx="219456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5179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83680" y="19385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06240" y="2468880"/>
            <a:ext cx="2194560" cy="8686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2468880"/>
            <a:ext cx="219456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52374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510+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206240" y="29443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JavaScript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2468880"/>
            <a:ext cx="2194560" cy="8686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2468880"/>
            <a:ext cx="219456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52374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583680" y="29443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APIs used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06240" y="3474720"/>
            <a:ext cx="2194560" cy="8686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3474720"/>
            <a:ext cx="219456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35295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206240" y="39502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documented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0" y="3474720"/>
            <a:ext cx="2194560" cy="8686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3474720"/>
            <a:ext cx="219456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5295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583680" y="39502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· Zero backend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06240" y="4526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for viewing!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WikiResearch — Wikipedia Research Assistant</dc:title>
  <dc:subject>PptxGenJS Presentation</dc:subject>
  <dc:creator>Vijay</dc:creator>
  <cp:lastModifiedBy>Vijay</cp:lastModifiedBy>
  <cp:revision>1</cp:revision>
  <dcterms:created xsi:type="dcterms:W3CDTF">2026-02-24T11:06:21Z</dcterms:created>
  <dcterms:modified xsi:type="dcterms:W3CDTF">2026-02-24T11:06:21Z</dcterms:modified>
</cp:coreProperties>
</file>